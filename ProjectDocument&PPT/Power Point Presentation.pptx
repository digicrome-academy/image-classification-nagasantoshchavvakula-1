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17" d="100"/>
          <a:sy n="117" d="100"/>
        </p:scale>
        <p:origin x="-1464" y="-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paultimothymooney/chest-xray-pneumonia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t>Image Classification for Medical Diagnosis Using Deep Learning</a:t>
            </a:r>
          </a:p>
          <a:p>
            <a:r>
              <a:t>Pneumonia Detection from Chest X-Ray Images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deep learning system for automated pneumonia detection using Chest X-Ray images. Implemented with Python, TensorFlow, Keras, Scikit-learn, DVC, GitHub, Transfer Learning, Ensemble Learning, and Grad-CAM explainability.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diagnosis is time-consuming and prone to human error. Need an accurate, scalable, and explainable AI solution for pneumonia detection.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an automated pneumonia detection system; Apply transfer learning; Improve generalization; Implement explainable AI; Evaluate using healthcare metrics.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TensorFlow, Keras, NumPy, Pandas, Scikit-Learn, Matplotlib, DVC, Git, GitHub, PyTest, Google Colab GPU.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Chest X-Ray Pneumonia Dataset</a:t>
            </a:r>
          </a:p>
          <a:p>
            <a:r>
              <a:rPr dirty="0"/>
              <a:t>Classes: NORMAL and PNEUMONIA</a:t>
            </a:r>
          </a:p>
          <a:p>
            <a:r>
              <a:rPr dirty="0"/>
              <a:t>Managed using DVC for reproducibility.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8264" y="3780064"/>
            <a:ext cx="66212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2"/>
              </a:rPr>
              <a:t>https://www.kaggle.com/datasets/paultimothymooney/chest-xray-pneumonia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Normalization, Resizing, Rotation, Zoom, Horizontal Flip, Width/Height Shifting, Class Weighting.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→ Preprocessing → Baseline MLP → Advanced NN → Transfer Learning → Fine-Tuning → Ensemble Learning → Evaluation → Grad-CAM → Testing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Baseline MLP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Flatten → Dense(512) → Dense(256) → Dense(128) → Sigmoid Output</a:t>
            </a:r>
          </a:p>
          <a:p>
            <a:r>
              <a:t>Activation Functions: ReLU, LeakyReLU, ELU</a:t>
            </a:r>
          </a:p>
          <a:p>
            <a:r>
              <a:t>Optimizers: SGD, Adam, RMSprop, Nadam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ReLU: 93.75%</a:t>
            </a:r>
          </a:p>
          <a:p>
            <a:r>
              <a:t>LeakyReLU: 87.50%</a:t>
            </a:r>
          </a:p>
          <a:p>
            <a:r>
              <a:t>ELU: 81.25%</a:t>
            </a:r>
          </a:p>
          <a:p>
            <a:r>
              <a:t>Best Optimizer: Nadam (87.50%)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Phase 2: Advanced Neural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Batch Normalization, Dropout, L2 Regularization, Gradient Clipping, EarlyStopping, ModelCheckpoint, ReduceLROnPlateau, TensorBoard.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Reduced Overfitting, Better Generalization, Stable Validation Performance, Lower Validation Loss.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Transfer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Pretrained Models: MobileNetV2, VGG16, ResNet50</a:t>
            </a:r>
          </a:p>
          <a:p>
            <a:r>
              <a:t>Feature Extraction + Fine-Tuning Strategy.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Transfer Learning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MobileNetV2: Best balance of accuracy and speed</a:t>
            </a:r>
          </a:p>
          <a:p>
            <a:r>
              <a:t>VGG16: Strong features but resource intensive</a:t>
            </a:r>
          </a:p>
          <a:p>
            <a:r>
              <a:t>ResNet50: Competitive but slower.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4: Ensemble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Soft Voting Ensemble combining MobileNetV2, VGG16, ResNet50 predictions.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X-Ray → 3 Parallel CNN Models → Classification Heads → Soft Voting Ensemble → Final Prediction → Grad-CAM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Accuracy, Precision, Recall, F1-Score, ROC-AUC, Confusion Matrix, Classification Report.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Explainable AI (Grad-CAM)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Heatmaps highlight lung regions influencing predictions. Improves trust, transparency, and clinical interpretability.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Best Activation: ReLU</a:t>
            </a:r>
          </a:p>
          <a:p>
            <a:r>
              <a:t>Best Optimizer: Nadam</a:t>
            </a:r>
          </a:p>
          <a:p>
            <a:r>
              <a:t>Best Transfer Learning Model: MobileNetV2</a:t>
            </a:r>
          </a:p>
          <a:p>
            <a:r>
              <a:t>Ensemble Improved Stability.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15 TODOs Completed</a:t>
            </a:r>
          </a:p>
          <a:p>
            <a:r>
              <a:t>Transfer Learning Implemented</a:t>
            </a:r>
          </a:p>
          <a:p>
            <a:r>
              <a:t>Ensemble Learning Developed</a:t>
            </a:r>
          </a:p>
          <a:p>
            <a:r>
              <a:t>Grad-CAM Explainability Added</a:t>
            </a:r>
          </a:p>
          <a:p>
            <a:r>
              <a:t>DVC + GitHub + PyTest Integration.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Transfer Learning significantly outperformed MLP models. Ensemble improved robustness and prediction reliability.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imbalance, GPU availability, TensorFlow compatibility, model checkpointing, transfer learning tuning.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Multi-disease classification, Cloud deployment, Web application integration, Larger datasets, Clinical validation.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Developed a scalable, accurate, and explainable AI system for pneumonia detection supporting radiologists and healthcare diagnostics.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27957" y="3431495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100" b="1" kern="1200" cap="none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IN" smtClean="0"/>
              <a:t>References</a:t>
            </a:r>
            <a:endParaRPr lang="en-IN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27957" y="4757057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548640" indent="-411480" algn="l" rtl="0" eaLnBrk="1" latinLnBrk="0" hangingPunct="1">
              <a:spcBef>
                <a:spcPct val="20000"/>
              </a:spcBef>
              <a:buClr>
                <a:schemeClr val="tx1">
                  <a:shade val="95000"/>
                </a:schemeClr>
              </a:buClr>
              <a:buSzPct val="65000"/>
              <a:buFont typeface="Wingdings 2"/>
              <a:buChar char="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68680" indent="-283464" algn="l" rtl="0" eaLnBrk="1" latinLnBrk="0" hangingPunct="1">
              <a:spcBef>
                <a:spcPct val="20000"/>
              </a:spcBef>
              <a:buClr>
                <a:schemeClr val="tx1"/>
              </a:buClr>
              <a:buSzPct val="80000"/>
              <a:buFont typeface="Wingdings 2"/>
              <a:buChar char="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33856" indent="-228600" algn="l" rtl="0" eaLnBrk="1" latinLnBrk="0" hangingPunct="1">
              <a:spcBef>
                <a:spcPct val="20000"/>
              </a:spcBef>
              <a:buClr>
                <a:schemeClr val="tx1"/>
              </a:buClr>
              <a:buSzPct val="95000"/>
              <a:buFont typeface="Wingdings"/>
              <a:buChar char="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53312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SzPct val="100000"/>
              <a:buFont typeface="Wingdings 3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5336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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64792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3"/>
              <a:buChar char="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65960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67128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68296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mtClean="0"/>
              <a:t>TensorFlow, Keras, Scikit-Learn, MobileNetV2, VGG16, ResNet50, Grad-CAM, DVC, Kaggle Chest X-Ray Dataset.</a:t>
            </a:r>
            <a:endParaRPr lang="en-I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065" y="2421845"/>
            <a:ext cx="8229600" cy="1143000"/>
          </a:xfrm>
        </p:spPr>
        <p:txBody>
          <a:bodyPr/>
          <a:lstStyle/>
          <a:p>
            <a:r>
              <a:rPr lang="en-IN" dirty="0" smtClean="0"/>
              <a:t>Thank You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5</TotalTime>
  <Words>549</Words>
  <Application>Microsoft Office PowerPoint</Application>
  <PresentationFormat>On-screen Show (4:3)</PresentationFormat>
  <Paragraphs>70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Apex</vt:lpstr>
      <vt:lpstr>Title</vt:lpstr>
      <vt:lpstr>Abstract</vt:lpstr>
      <vt:lpstr>Problem Statement</vt:lpstr>
      <vt:lpstr>Objectives</vt:lpstr>
      <vt:lpstr>Technologies Used</vt:lpstr>
      <vt:lpstr>Dataset</vt:lpstr>
      <vt:lpstr>Data Preprocessing</vt:lpstr>
      <vt:lpstr>Project Workflow</vt:lpstr>
      <vt:lpstr>Phase 1: Baseline MLP</vt:lpstr>
      <vt:lpstr>Phase 1 Results</vt:lpstr>
      <vt:lpstr>Phase 2: Advanced Neural Network</vt:lpstr>
      <vt:lpstr>Phase 2 Findings</vt:lpstr>
      <vt:lpstr>Phase 3: Transfer Learning</vt:lpstr>
      <vt:lpstr>Transfer Learning Comparison</vt:lpstr>
      <vt:lpstr>Phase 4: Ensemble Learning</vt:lpstr>
      <vt:lpstr>System Architecture</vt:lpstr>
      <vt:lpstr>Evaluation Metrics</vt:lpstr>
      <vt:lpstr>Explainable AI (Grad-CAM)</vt:lpstr>
      <vt:lpstr>Experimental Findings</vt:lpstr>
      <vt:lpstr>Key Achievements</vt:lpstr>
      <vt:lpstr>Results</vt:lpstr>
      <vt:lpstr>Challenges &amp; Solutions</vt:lpstr>
      <vt:lpstr>Future Enhancements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subject/>
  <dc:creator/>
  <cp:keywords/>
  <dc:description>generated using python-pptx</dc:description>
  <cp:lastModifiedBy>NAGASANTOSH CHANDRASHEKAR CHAVVAKULA</cp:lastModifiedBy>
  <cp:revision>2</cp:revision>
  <dcterms:created xsi:type="dcterms:W3CDTF">2013-01-27T09:14:16Z</dcterms:created>
  <dcterms:modified xsi:type="dcterms:W3CDTF">2026-06-14T13:49:36Z</dcterms:modified>
  <cp:category/>
</cp:coreProperties>
</file>